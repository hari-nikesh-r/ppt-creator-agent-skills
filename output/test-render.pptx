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Welcome the test runner
• Verify title rendering
--- TRANSITION ---
Moving to agenda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Emphasize differences in scaling and isolation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 TALKING POINTS ---
• Highlight that JDK 21 virtual threads avoid OS thread starvation.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0728655" cy="137160"/>
          </a:xfrm>
          <a:prstGeom prst="roundRect">
            <a:avLst>
              <a:gd name="adj" fmla="val 5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1887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207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TEST RUN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98142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 Deck Title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88720" y="3337560"/>
            <a:ext cx="98142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PptxGenJS and OpenXML Packaging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160520"/>
            <a:ext cx="981425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89120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Architecture Models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 architectural trade-offs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50028" cy="4800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48842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Monolith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48842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488426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deployment unit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in-memory calls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initial 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0148" y="1417320"/>
            <a:ext cx="5250028" cy="4800600"/>
          </a:xfrm>
          <a:prstGeom prst="roundRect">
            <a:avLst>
              <a:gd name="adj" fmla="val 3429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3028" y="1645920"/>
            <a:ext cx="48842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Mesh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93028" y="2057400"/>
            <a:ext cx="4884268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3028" y="2194560"/>
            <a:ext cx="488426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task delegation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concurrency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isolation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Deck | Antigravity QA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JDK 21 Virtual Threads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concurrency for agent workers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437193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5453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15453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15453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463040"/>
            <a:ext cx="55227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AgentWorker.java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6437193" cy="44348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65960"/>
            <a:ext cx="5979993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scope = new StructuredTaskScope.ShutdownOnFailure())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Supplier&lt;String&gt; planner = scope.fork(() -&gt; planTask());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Supplier&lt;ToolResult&gt; exec = scope.fork(() -&gt; runTool());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scope.join().throwIfFailed();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88753" y="1417320"/>
            <a:ext cx="3971422" cy="4800600"/>
          </a:xfrm>
          <a:prstGeom prst="roundRect">
            <a:avLst>
              <a:gd name="adj" fmla="val 41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7353" y="1645920"/>
            <a:ext cx="351422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IMPLEMENTATION DETAILS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17353" y="210312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1673" y="2057400"/>
            <a:ext cx="3239902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StructuredTaskScope manages child thread lifecycles.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17353" y="40919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91673" y="4046220"/>
            <a:ext cx="3239902" cy="1897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 provide millions of concurrent tasks with minimal footprint.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6473952"/>
            <a:ext cx="751005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Deck | Antigravity QA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41579" y="6473952"/>
            <a:ext cx="321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Antigravity Presentations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Test Deck</dc:title>
  <dc:subject>Automated Testing</dc:subject>
  <dc:creator>Antigravity QA</dc:creator>
  <cp:lastModifiedBy>Antigravity QA</cp:lastModifiedBy>
  <cp:revision>1</cp:revision>
  <dcterms:created xsi:type="dcterms:W3CDTF">2026-10-21T16:52:15Z</dcterms:created>
  <dcterms:modified xsi:type="dcterms:W3CDTF">2026-10-21T16:52:15Z</dcterms:modified>
</cp:coreProperties>
</file>